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0"/>
  </p:notesMasterIdLst>
  <p:handoutMasterIdLst>
    <p:handoutMasterId r:id="rId11"/>
  </p:handoutMasterIdLst>
  <p:sldIdLst>
    <p:sldId id="277" r:id="rId5"/>
    <p:sldId id="275" r:id="rId6"/>
    <p:sldId id="278" r:id="rId7"/>
    <p:sldId id="279" r:id="rId8"/>
    <p:sldId id="280" r:id="rId9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3725" autoAdjust="0"/>
  </p:normalViewPr>
  <p:slideViewPr>
    <p:cSldViewPr snapToGrid="0" showGuides="1">
      <p:cViewPr varScale="1">
        <p:scale>
          <a:sx n="98" d="100"/>
          <a:sy n="98" d="100"/>
        </p:scale>
        <p:origin x="581" y="72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55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14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6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20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8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Fetch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stage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54031" y="4871592"/>
            <a:ext cx="2736907" cy="444960"/>
          </a:xfrm>
        </p:spPr>
        <p:txBody>
          <a:bodyPr>
            <a:normAutofit/>
          </a:bodyPr>
          <a:lstStyle/>
          <a:p>
            <a:r>
              <a:rPr lang="en-US" dirty="0"/>
              <a:t>Program counter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7151076"/>
            <a:ext cx="193431" cy="32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75214" y="3554097"/>
            <a:ext cx="1195436" cy="444960"/>
          </a:xfrm>
        </p:spPr>
        <p:txBody>
          <a:bodyPr>
            <a:normAutofit/>
          </a:bodyPr>
          <a:lstStyle/>
          <a:p>
            <a:r>
              <a:rPr lang="en-US" dirty="0"/>
              <a:t>RAM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3B638D5-484D-48E5-8265-7B9ED445D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95" y="4100057"/>
            <a:ext cx="1906954" cy="190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6E5FE00-4C42-4232-AA7B-0B2FC1055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14" y="4123105"/>
            <a:ext cx="1530870" cy="93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9D218D-F23C-4EDA-8F41-FB79D2EB81A9}"/>
              </a:ext>
            </a:extLst>
          </p:cNvPr>
          <p:cNvCxnSpPr/>
          <p:nvPr/>
        </p:nvCxnSpPr>
        <p:spPr>
          <a:xfrm>
            <a:off x="2454031" y="4525108"/>
            <a:ext cx="2575169" cy="0"/>
          </a:xfrm>
          <a:prstGeom prst="straightConnector1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Open book with solid fill">
            <a:extLst>
              <a:ext uri="{FF2B5EF4-FFF2-40B4-BE49-F238E27FC236}">
                <a16:creationId xmlns:a16="http://schemas.microsoft.com/office/drawing/2014/main" id="{BA262086-C7A1-4C82-B323-B06D0BB56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5020" y="35387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0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Decode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endParaRPr lang="en-US" dirty="0"/>
          </a:p>
          <a:p>
            <a:r>
              <a:rPr lang="en-US" dirty="0"/>
              <a:t> stage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123" y="3886200"/>
            <a:ext cx="2736907" cy="444960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7339" y="4570679"/>
            <a:ext cx="1906954" cy="327409"/>
          </a:xfrm>
        </p:spPr>
        <p:txBody>
          <a:bodyPr>
            <a:noAutofit/>
          </a:bodyPr>
          <a:lstStyle/>
          <a:p>
            <a:r>
              <a:rPr lang="en-US" sz="2800" dirty="0"/>
              <a:t>1 + 2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1936" y="3886200"/>
            <a:ext cx="1195436" cy="44496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needed materials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pic>
        <p:nvPicPr>
          <p:cNvPr id="17" name="Picture 4" descr="Picture background">
            <a:extLst>
              <a:ext uri="{FF2B5EF4-FFF2-40B4-BE49-F238E27FC236}">
                <a16:creationId xmlns:a16="http://schemas.microsoft.com/office/drawing/2014/main" id="{8A74B58D-9AEC-4AB5-A0C5-13BED1DDF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14" y="4214597"/>
            <a:ext cx="1906954" cy="190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57D3A4B-5079-4556-99E1-5FC99882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7" y="4435286"/>
            <a:ext cx="2244888" cy="149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Execute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endParaRPr lang="en-US" dirty="0"/>
          </a:p>
          <a:p>
            <a:r>
              <a:rPr lang="en-US" dirty="0"/>
              <a:t> stage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5138" y="3769637"/>
            <a:ext cx="2736907" cy="444960"/>
          </a:xfrm>
        </p:spPr>
        <p:txBody>
          <a:bodyPr>
            <a:normAutofit/>
          </a:bodyPr>
          <a:lstStyle/>
          <a:p>
            <a:r>
              <a:rPr lang="en-US" dirty="0"/>
              <a:t>ALU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7339" y="4570679"/>
            <a:ext cx="1906954" cy="327409"/>
          </a:xfrm>
        </p:spPr>
        <p:txBody>
          <a:bodyPr>
            <a:noAutofit/>
          </a:bodyPr>
          <a:lstStyle/>
          <a:p>
            <a:r>
              <a:rPr lang="en-US" sz="2800" dirty="0"/>
              <a:t>= 3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1936" y="3886200"/>
            <a:ext cx="1195436" cy="44496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Actual action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pic>
        <p:nvPicPr>
          <p:cNvPr id="17" name="Picture 4" descr="Picture background">
            <a:extLst>
              <a:ext uri="{FF2B5EF4-FFF2-40B4-BE49-F238E27FC236}">
                <a16:creationId xmlns:a16="http://schemas.microsoft.com/office/drawing/2014/main" id="{8A74B58D-9AEC-4AB5-A0C5-13BED1DDF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53" y="4331160"/>
            <a:ext cx="1906954" cy="190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1BC7819-CDCE-4D2F-9794-7056D01C8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" t="33113" r="50448" b="2102"/>
          <a:stretch/>
        </p:blipFill>
        <p:spPr bwMode="auto">
          <a:xfrm>
            <a:off x="2679414" y="4331160"/>
            <a:ext cx="2469517" cy="193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3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endParaRPr lang="en-US" dirty="0"/>
          </a:p>
          <a:p>
            <a:r>
              <a:rPr lang="en-US" dirty="0"/>
              <a:t> stage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5138" y="3769637"/>
            <a:ext cx="2736907" cy="444960"/>
          </a:xfrm>
        </p:spPr>
        <p:txBody>
          <a:bodyPr>
            <a:normAutofit/>
          </a:bodyPr>
          <a:lstStyle/>
          <a:p>
            <a:r>
              <a:rPr lang="en-US" dirty="0"/>
              <a:t>Memory Access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7339" y="3769637"/>
            <a:ext cx="1195436" cy="444960"/>
          </a:xfrm>
        </p:spPr>
        <p:txBody>
          <a:bodyPr>
            <a:normAutofit/>
          </a:bodyPr>
          <a:lstStyle/>
          <a:p>
            <a:r>
              <a:rPr lang="en-US" dirty="0"/>
              <a:t>Action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pic>
        <p:nvPicPr>
          <p:cNvPr id="17" name="Picture 4" descr="Picture background">
            <a:extLst>
              <a:ext uri="{FF2B5EF4-FFF2-40B4-BE49-F238E27FC236}">
                <a16:creationId xmlns:a16="http://schemas.microsoft.com/office/drawing/2014/main" id="{8A74B58D-9AEC-4AB5-A0C5-13BED1DDF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53" y="4331160"/>
            <a:ext cx="1906954" cy="190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898177E-F7E3-4AC5-AC20-B30CA1B3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915" y="4331160"/>
            <a:ext cx="2689352" cy="151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D687C9EE-D722-47B2-89C3-49D3F3C82144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5762845" y="4930694"/>
            <a:ext cx="399840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LOAD: CPU reads from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STORE: CPU writes to memory.</a:t>
            </a:r>
          </a:p>
        </p:txBody>
      </p:sp>
    </p:spTree>
    <p:extLst>
      <p:ext uri="{BB962C8B-B14F-4D97-AF65-F5344CB8AC3E}">
        <p14:creationId xmlns:p14="http://schemas.microsoft.com/office/powerpoint/2010/main" val="303989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5038" y="3575303"/>
            <a:ext cx="2889504" cy="2883863"/>
          </a:xfrm>
        </p:spPr>
        <p:txBody>
          <a:bodyPr/>
          <a:lstStyle/>
          <a:p>
            <a:r>
              <a:rPr lang="en-US" dirty="0"/>
              <a:t>Write back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5038" y="6530864"/>
            <a:ext cx="2889504" cy="4530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5th</a:t>
            </a:r>
          </a:p>
          <a:p>
            <a:r>
              <a:rPr lang="en-US" dirty="0"/>
              <a:t> stage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5138" y="3769637"/>
            <a:ext cx="2736907" cy="444960"/>
          </a:xfrm>
        </p:spPr>
        <p:txBody>
          <a:bodyPr>
            <a:normAutofit/>
          </a:bodyPr>
          <a:lstStyle/>
          <a:p>
            <a:r>
              <a:rPr lang="en-US" dirty="0"/>
              <a:t>R1 = R2 + R3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7339" y="3769637"/>
            <a:ext cx="1195436" cy="44496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pic>
        <p:nvPicPr>
          <p:cNvPr id="17" name="Picture 4" descr="Picture background">
            <a:extLst>
              <a:ext uri="{FF2B5EF4-FFF2-40B4-BE49-F238E27FC236}">
                <a16:creationId xmlns:a16="http://schemas.microsoft.com/office/drawing/2014/main" id="{8A74B58D-9AEC-4AB5-A0C5-13BED1DDF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53" y="4331160"/>
            <a:ext cx="1906954" cy="190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B64BA-4043-4D8A-945B-817A49966C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8231" y="6658629"/>
            <a:ext cx="622811" cy="87540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159F6455-9036-4AC0-A41F-60485002E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779" y="4339859"/>
            <a:ext cx="4113139" cy="231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4410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34074874_Tech brochure_wac_SL_V2" id="{B5A66E0F-9F65-4C21-87AC-7650413A74D1}" vid="{E67EEF08-3FBB-4E94-A110-8B91E3BCA9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DEF570-622C-457C-A082-118F5AB6A6B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5E07359-304B-49D0-B70C-16B1E5D7FA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673FB2-2387-40EB-9933-3FCF79E8C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brochure</Template>
  <TotalTime>21</TotalTime>
  <Words>61</Words>
  <Application>Microsoft Office PowerPoint</Application>
  <PresentationFormat>Custom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Gill Sans MT</vt:lpstr>
      <vt:lpstr>Custom </vt:lpstr>
      <vt:lpstr>Fetch</vt:lpstr>
      <vt:lpstr>Decode</vt:lpstr>
      <vt:lpstr>Execute</vt:lpstr>
      <vt:lpstr>Memory</vt:lpstr>
      <vt:lpstr>Write 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Fetch</dc:title>
  <dc:creator>Syrym Kamashev</dc:creator>
  <cp:lastModifiedBy>Syrym Kamashev</cp:lastModifiedBy>
  <cp:revision>3</cp:revision>
  <dcterms:created xsi:type="dcterms:W3CDTF">2025-12-09T14:08:03Z</dcterms:created>
  <dcterms:modified xsi:type="dcterms:W3CDTF">2025-12-09T14:29:20Z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